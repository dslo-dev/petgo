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650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4080">
              <a:alpha val="60000"/>
            </a:srgbClr>
          </a:solidFill>
          <a:ln w="12700">
            <a:solidFill>
              <a:srgbClr val="0A408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949440" y="731520"/>
            <a:ext cx="1645920" cy="164592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498080" y="2926080"/>
            <a:ext cx="1097280" cy="1097280"/>
          </a:xfrm>
          <a:prstGeom prst="ellipse">
            <a:avLst/>
          </a:prstGeom>
          <a:solidFill>
            <a:srgbClr val="4DA6FF">
              <a:alpha val="25000"/>
            </a:srgbClr>
          </a:solidFill>
          <a:ln w="12700">
            <a:solidFill>
              <a:srgbClr val="4DA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502920"/>
            <a:ext cx="219456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INFRAESTRUCTURA &amp; AUTOMATIZACIÓN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DA6FF"/>
                </a:solidFill>
              </a:rPr>
              <a:t>Evaluación Parcial N°2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</a:rPr>
              <a:t>DevOps en AWS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329184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AD4FF"/>
                </a:solidFill>
              </a:rPr>
              <a:t>Contenedorización y CI/CD con Docker + GitHub Actions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99BB"/>
                </a:solidFill>
              </a:rPr>
              <a:t>ISY1101 · Introducción a Herramientas DevOps  |  DuocUC 2025  |  Innovatech Chile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85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366"/>
                </a:solidFill>
              </a:rPr>
              <a:t>ÍNDICE Y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66CC"/>
                </a:solidFill>
              </a:rPr>
              <a:t>Innovatech Chile · Infraestructura &amp; Automatización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1097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475488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371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3C"/>
                </a:solidFill>
              </a:rPr>
              <a:t>Arquitectura en AWS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90195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7A8A"/>
                </a:solidFill>
              </a:rPr>
              <a:t>Diseño de infraestructura segura y escalable basada en la separación de capas públicas y privadas.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3931920" cy="10972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709160" y="1389888"/>
            <a:ext cx="475488" cy="47548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09160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85232" y="1371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3C"/>
                </a:solidFill>
              </a:rPr>
              <a:t>Contenedorización con Docker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190195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7A8A"/>
                </a:solidFill>
              </a:rPr>
              <a:t>Implementación de Dockerfiles optimizados (multi-stage) y orquestación con Docker Compose.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393192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502920" y="3127248"/>
            <a:ext cx="475488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0292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3C"/>
                </a:solidFill>
              </a:rPr>
              <a:t>Pipeline CI/CD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363931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7A8A"/>
                </a:solidFill>
              </a:rPr>
              <a:t>Automatización del ciclo de vida del software mediante GitHub Actions y despliegue continuo en EC2.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4572000" y="2926080"/>
            <a:ext cx="3931920" cy="1097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709160" y="3127248"/>
            <a:ext cx="475488" cy="47548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70916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5232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B3C"/>
                </a:solidFill>
              </a:rPr>
              <a:t>Principios DevOps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36592" y="363931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7A8A"/>
                </a:solidFill>
              </a:rPr>
              <a:t>Análisis de la cultura DevOps implementada y valor estratégico para Innovatech Chile.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</a:rPr>
              <a:t>ISY1101 - Introducción a Herramientas DevOps | DuocUC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85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366"/>
                </a:solidFill>
              </a:rPr>
              <a:t>ARQUITECTURA GENERAL EN AWS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66CC"/>
                </a:solidFill>
              </a:rPr>
              <a:t>Innovatech Chile · Infraestructura &amp; Automatización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371600" cy="59436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🌐 INTERNET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440180"/>
            <a:ext cx="45720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554480" y="8827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A896"/>
                </a:solidFill>
              </a:rPr>
              <a:t>HTTP 80/443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103120" y="1051560"/>
            <a:ext cx="173736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103120" y="1051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EC2 Pública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3898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F5EE"/>
                </a:solidFill>
              </a:rPr>
              <a:t>FRONTEND · Puerto 80/443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0F5EE"/>
                </a:solidFill>
              </a:rPr>
              <a:t>Red: app-network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0" y="1440180"/>
            <a:ext cx="457200" cy="0"/>
          </a:xfrm>
          <a:prstGeom prst="line">
            <a:avLst/>
          </a:prstGeom>
          <a:noFill/>
          <a:ln w="3175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833446" y="813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66CC"/>
                </a:solidFill>
              </a:rPr>
              <a:t>app-network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297680" y="1051560"/>
            <a:ext cx="173736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297680" y="1051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EC2 Privada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13898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C8F0"/>
                </a:solidFill>
              </a:rPr>
              <a:t>BACKEND · Puerto 8080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C8F0"/>
                </a:solidFill>
              </a:rPr>
              <a:t>app-network / db-network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1828800"/>
            <a:ext cx="0" cy="41148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193792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39C12"/>
                </a:solidFill>
              </a:rPr>
              <a:t>db-network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297680" y="2240280"/>
            <a:ext cx="1737360" cy="7315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2976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Contenedor DB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7B4F5"/>
                </a:solidFill>
              </a:rPr>
              <a:t>Volumen Persistente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7B4F5"/>
                </a:solidFill>
              </a:rPr>
              <a:t>Red: db-network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79392" y="3035808"/>
            <a:ext cx="17830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279392" y="30358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❌ Sin IP pública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100584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510528" y="10789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</a:rPr>
              <a:t>Componentes y Seguridad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10528" y="1371600"/>
            <a:ext cx="2249424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53796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</a:rPr>
              <a:t>🔒 Aislamiento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37960" y="1719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Backend y DB sin IP pública, protegidos en subred interna.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</a:rPr>
              <a:t>🌐 Redes Docker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24323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Segmentación lógica con app-network y db-network.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</a:rPr>
              <a:t>💾 Persistencia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37960" y="31455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Volúmenes Docker garantizan durabilidad de datos.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37960" y="3602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366"/>
                </a:solidFill>
              </a:rPr>
              <a:t>📈 Escalabilidad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37960" y="3858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Cada capa escala independientemente según demanda.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520440"/>
            <a:ext cx="5943600" cy="868680"/>
          </a:xfrm>
          <a:prstGeom prst="rect">
            <a:avLst/>
          </a:prstGeom>
          <a:solidFill>
            <a:srgbClr val="EAF2FB"/>
          </a:solidFill>
          <a:ln w="12700">
            <a:solidFill>
              <a:srgbClr val="BDD6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274320" y="3520440"/>
            <a:ext cx="64008" cy="8686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457200" y="35661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A2B3C"/>
                </a:solidFill>
              </a:rPr>
              <a:t>"Implementamos Defensa en Profundidad separando capas para reducir la superficie de ataque. El principio de mínimo privilegio garantiza que solo el Frontend sea accesible desde el exterior."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</a:rPr>
              <a:t>ISY1101 - Introducción a Herramientas DevOps | DuocUC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85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</a:rPr>
              <a:t>DOCKERFILE BACKEND — CONFIGURACIÓN INTERNA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66CC"/>
                </a:solidFill>
              </a:rPr>
              <a:t>Innovatech Chile · Multi-stage Build · Ejecución No-Root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1051560"/>
            <a:ext cx="3246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5577840" y="1051560"/>
            <a:ext cx="6400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715000" y="10881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🔐 Acceso Restringido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1335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Puerto 8080 expuesto solo en red interna Docker. Inaccesible desde Internet.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1709928"/>
            <a:ext cx="3246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577840" y="1709928"/>
            <a:ext cx="64008" cy="5943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5715000" y="17465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👤 Usuario No-Root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1993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Ejecución bajo appuser cumpliendo principio de mínimo privilegio.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2368296"/>
            <a:ext cx="3246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5577840" y="2368296"/>
            <a:ext cx="64008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5715000" y="24048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🪶 Base Slim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06440" y="2377440"/>
            <a:ext cx="32918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900" dirty="0"/>
              <a:t>Uso de imágenes Alpine y Eclipse </a:t>
            </a:r>
            <a:r>
              <a:rPr lang="es-CL" sz="900" dirty="0" err="1"/>
              <a:t>Temurin</a:t>
            </a:r>
            <a:r>
              <a:rPr lang="es-CL" sz="900" dirty="0"/>
              <a:t> JRE 17 optimizadas (reduciendo considerablemente el tamaño final de la imagen, el consumo de recursos y la superficie de ataque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3026664"/>
            <a:ext cx="3246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5577840" y="3026664"/>
            <a:ext cx="64008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5715000" y="3063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❤️ Healthcheck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15000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Monitorización nativa con reintentos automáticos ante fallos críticos.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15000" y="3721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15000" y="3968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</a:rPr>
              <a:t>ISY1101 - Introducción a Herramientas DevOps | DuocUC 2025</a:t>
            </a:r>
            <a:endParaRPr lang="en-US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21A2E2-2355-1410-9104-D27D587302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6" r="17154"/>
          <a:stretch>
            <a:fillRect/>
          </a:stretch>
        </p:blipFill>
        <p:spPr bwMode="auto">
          <a:xfrm>
            <a:off x="313005" y="1047749"/>
            <a:ext cx="5100243" cy="36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85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366"/>
                </a:solidFill>
              </a:rPr>
              <a:t>ORQUESTACIÓN CON DOCKER COMPOSE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66CC"/>
                </a:solidFill>
              </a:rPr>
              <a:t>Innovatech Chile · Servicios · Redes · Volúmenes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57200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572000" cy="292608"/>
          </a:xfrm>
          <a:prstGeom prst="rect">
            <a:avLst/>
          </a:prstGeom>
          <a:solidFill>
            <a:srgbClr val="2D2D3F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99AA"/>
                </a:solidFill>
              </a:rPr>
              <a:t>docker-compose.yml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'3.8'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534363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69712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859890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innovatech/frontend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022653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 </a:t>
            </a: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[app-network]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18541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</a:t>
            </a: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["80:80"]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348179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510942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innovatech/backend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673706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 </a:t>
            </a: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[app-network, db-network]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2836469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999232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</a:t>
            </a:r>
            <a:r>
              <a:rPr lang="en-US" sz="900" dirty="0" err="1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161995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 </a:t>
            </a: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[db-network]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3324758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</a:t>
            </a: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[db-data:/var/lib/</a:t>
            </a:r>
            <a:r>
              <a:rPr lang="en-US" sz="900" dirty="0" err="1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3487522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3650285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app-network: 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813048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db-network:  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3975811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4138574"/>
            <a:ext cx="4343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db-data: 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1051560"/>
            <a:ext cx="3749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5029200" y="1051560"/>
            <a:ext cx="3749040" cy="3474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138928" y="105156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Aislamiento de Redes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38928" y="1463040"/>
            <a:ext cx="914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5285232" y="14630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</a:rPr>
              <a:t>app-network: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14630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Comunicación restringida entre Frontend y Backend API.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38928" y="1856232"/>
            <a:ext cx="9144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285232" y="18562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</a:rPr>
              <a:t>db-network: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185623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Segmento privado exclusivo para Backend y Base de Datos.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38928" y="2249424"/>
            <a:ext cx="914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285232" y="22494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</a:rPr>
              <a:t>Seguridad: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26480" y="224942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La DB es inaccesible desde el Frontend o Internet directamente.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283464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5029200" y="2834640"/>
            <a:ext cx="374904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5138928" y="283464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💾  Persistencia y Disponibilidad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3246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</a:rPr>
              <a:t>Volúmenes: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44768" y="3246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db-data asegura que los datos persistan tras reinicios de contenedores.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3593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</a:rPr>
              <a:t>Restart Policy: 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44768" y="35935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Configurado en always para garantizar alta disponibilidad del servicio.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66360" y="39410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</a:rPr>
              <a:t>Variables .env: 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44768" y="3941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Gestión de secretos y nombre de DB fuera del código fuente.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</a:rPr>
              <a:t>ISY1101 - Introducción a Herramientas DevOps | DuocUC 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3366"/>
                </a:solidFill>
              </a:rPr>
              <a:t>PIPELINE CI/CD CON GITHUB ACTIONS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66CC"/>
                </a:solidFill>
              </a:rPr>
              <a:t>Innovatech Chile · Integración y Despliegue Continuo · Docker 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25603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⚙️  FASE DE INTEGRACIÓN CONTINUA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1325880" cy="54864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04088" y="1371600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0408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19019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</a:rPr>
              <a:t>Disparador &amp; Checkout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8A"/>
                </a:solidFill>
              </a:rPr>
              <a:t>Trigger automático al hacer push en la rama deploy. Checkout del código via actions/checkout@v3.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00200" y="1993392"/>
            <a:ext cx="91440" cy="0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1691640" y="128016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1691640" y="1280160"/>
            <a:ext cx="132588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2121408" y="137160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212140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64792" y="19019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</a:rPr>
              <a:t>Login &amp; Build Docker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64792" y="22219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8A"/>
                </a:solidFill>
              </a:rPr>
              <a:t>Autenticación en Docker Hub. Build de imágenes con tags latest y SHA del commit actual.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17520" y="1993392"/>
            <a:ext cx="9144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3108960" y="128016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3108960" y="1280160"/>
            <a:ext cx="13258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3538728" y="137160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53872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82112" y="19019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</a:rPr>
              <a:t>Push al Registro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82112" y="22219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8A"/>
                </a:solidFill>
              </a:rPr>
              <a:t>Carga de imágenes optimizadas a Docker Hub para disponibilidad global e inmediata.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788920"/>
            <a:ext cx="41148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274320" y="2788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🚀  FASE DE DESPLIEGUE CONTINUO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10896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274320" y="3108960"/>
            <a:ext cx="132588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704088" y="3200400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70408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</a:rPr>
              <a:t>Conexión SSH Segura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7472" y="40507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8A"/>
                </a:solidFill>
              </a:rPr>
              <a:t>Acceso a EC2 mediante claves RSA almacenadas en GitHub Secrets.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3822192"/>
            <a:ext cx="9144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1691640" y="3108960"/>
            <a:ext cx="1325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1691640" y="3108960"/>
            <a:ext cx="132588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2121408" y="3200400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212140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764792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</a:rPr>
              <a:t>Orquestación en Prod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764792" y="40507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8A"/>
                </a:solidFill>
              </a:rPr>
              <a:t>docker pull + docker-compose up -d para actualizar sin intervención manual.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9601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3" name="Shape 41"/>
          <p:cNvSpPr/>
          <p:nvPr/>
        </p:nvSpPr>
        <p:spPr>
          <a:xfrm>
            <a:off x="4663440" y="960120"/>
            <a:ext cx="41605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4773168" y="9601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Gestión de GitHub Secrets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73168" y="1344168"/>
            <a:ext cx="164592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3D44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4800600" y="134416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DOCKERHUB_TOKEN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92240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Evita el uso de contraseñas planas.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73168" y="1773936"/>
            <a:ext cx="164592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3D44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4800600" y="1773936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EC2_HOST / EC2_SSH_KEY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92240" y="1773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Despliegue remoto seguro en la instancia.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73168" y="2203704"/>
            <a:ext cx="164592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3D44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50"/>
          <p:cNvSpPr/>
          <p:nvPr/>
        </p:nvSpPr>
        <p:spPr>
          <a:xfrm>
            <a:off x="4800600" y="2203704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92240" y="22037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</a:rPr>
              <a:t>Inyectada en tiempo de ejecución via env.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27889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5" name="Shape 53"/>
          <p:cNvSpPr/>
          <p:nvPr/>
        </p:nvSpPr>
        <p:spPr>
          <a:xfrm>
            <a:off x="4663440" y="2788920"/>
            <a:ext cx="416052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4"/>
          <p:cNvSpPr/>
          <p:nvPr/>
        </p:nvSpPr>
        <p:spPr>
          <a:xfrm>
            <a:off x="4773168" y="2788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⚖️  Docker Hub vs ECR — Justificación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800600" y="31821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💰 Costes: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23560" y="31821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Gratuito para imágenes públicas — sin cargos adicionales en AWS.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00600" y="36118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⚡ Simplicidad: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23560" y="3611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Integración nativa con GitHub Actions. Sin roles IAM ni políticas ECR.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800600" y="40416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🚀 Agilidad: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23560" y="40416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Configuración inmediata sin aprovisionar repositorios en consola AWS.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</a:rPr>
              <a:t>ISY1101 - Introducción a Herramientas DevOps | DuocUC 2025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73152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PRINCIPIOS DEVOPS APLICADOS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66CC"/>
                </a:solidFill>
              </a:rPr>
              <a:t>Análisis de pilares implementados y beneficios estratégicos para Innovatech Chile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642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664208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9184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3C"/>
                </a:solidFill>
              </a:rPr>
              <a:t>Contenedorización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" y="1920240"/>
            <a:ext cx="1005840" cy="219456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03504" y="1920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</a:rPr>
              <a:t>Portabilidad</a:t>
            </a:r>
            <a:endParaRPr lang="en-US" sz="85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" y="217627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8A"/>
                </a:solidFill>
              </a:rPr>
              <a:t>Docker con multi-stage builds y procesos bajo usuario no-root.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0" y="1005840"/>
            <a:ext cx="16642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011680" y="1005840"/>
            <a:ext cx="1664208" cy="7315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011680" y="10972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66544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3C"/>
                </a:solidFill>
              </a:rPr>
              <a:t>CI/CD Automatizado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40864" y="1920240"/>
            <a:ext cx="1005840" cy="219456"/>
          </a:xfrm>
          <a:prstGeom prst="rect">
            <a:avLst/>
          </a:prstGeom>
          <a:solidFill>
            <a:srgbClr val="0066CC">
              <a:alpha val="85000"/>
            </a:srgbClr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2340864" y="1920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Velocidad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75688" y="217627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8A"/>
                </a:solidFill>
              </a:rPr>
              <a:t>Pipeline en GitHub Actions para integración y despliegue automático.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16642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3749040" y="1005840"/>
            <a:ext cx="166420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749040" y="10972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03904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3C"/>
                </a:solidFill>
              </a:rPr>
              <a:t>Control de Versiones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78224" y="1920240"/>
            <a:ext cx="1005840" cy="219456"/>
          </a:xfrm>
          <a:prstGeom prst="rect">
            <a:avLst/>
          </a:prstGeom>
          <a:solidFill>
            <a:srgbClr val="003366">
              <a:alpha val="85000"/>
            </a:srgbClr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078224" y="1920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Trazabilidad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13048" y="217627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8A"/>
                </a:solidFill>
              </a:rPr>
              <a:t>Git con ramas estratégicas main/deploy como única fuente de verdad.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0" y="1005840"/>
            <a:ext cx="16642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5486400" y="1005840"/>
            <a:ext cx="1664208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486400" y="10972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41264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3C"/>
                </a:solidFill>
              </a:rPr>
              <a:t>Gestión de Entornos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15584" y="1920240"/>
            <a:ext cx="1005840" cy="219456"/>
          </a:xfrm>
          <a:prstGeom prst="rect">
            <a:avLst/>
          </a:prstGeom>
          <a:solidFill>
            <a:srgbClr val="8E44AD">
              <a:alpha val="85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5815584" y="1920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Seguridad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50408" y="217627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8A"/>
                </a:solidFill>
              </a:rPr>
              <a:t>Variables sensibles en GitHub Secrets y archivos .env parametrizados.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23760" y="1005840"/>
            <a:ext cx="16642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7223760" y="1005840"/>
            <a:ext cx="1664208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7223760" y="10972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278624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3C"/>
                </a:solidFill>
              </a:rPr>
              <a:t>Persistencia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52944" y="1920240"/>
            <a:ext cx="1005840" cy="219456"/>
          </a:xfrm>
          <a:prstGeom prst="rect">
            <a:avLst/>
          </a:prstGeom>
          <a:solidFill>
            <a:srgbClr val="E67E22">
              <a:alpha val="85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38" name="Text 36"/>
          <p:cNvSpPr/>
          <p:nvPr/>
        </p:nvSpPr>
        <p:spPr>
          <a:xfrm>
            <a:off x="7552944" y="1920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Durabilidad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87768" y="217627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8A"/>
                </a:solidFill>
              </a:rPr>
              <a:t>Volúmenes Docker para garantizar durabilidad ante reinicios.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2743200"/>
            <a:ext cx="8503920" cy="29260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274320" y="27432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VALOR CUANTIFICABLE PARA INNOVATECH CHILE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090672"/>
            <a:ext cx="20299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3" name="Shape 41"/>
          <p:cNvSpPr/>
          <p:nvPr/>
        </p:nvSpPr>
        <p:spPr>
          <a:xfrm>
            <a:off x="274320" y="3090672"/>
            <a:ext cx="2029968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274320" y="32004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896"/>
                </a:solidFill>
              </a:rPr>
              <a:t>Horas → Minutos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365760" y="3794760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</a:rPr>
              <a:t>Tiempo de Deploy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441448" y="3090672"/>
            <a:ext cx="20299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7" name="Shape 45"/>
          <p:cNvSpPr/>
          <p:nvPr/>
        </p:nvSpPr>
        <p:spPr>
          <a:xfrm>
            <a:off x="2441448" y="3090672"/>
            <a:ext cx="2029968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/>
          <p:nvPr/>
        </p:nvSpPr>
        <p:spPr>
          <a:xfrm>
            <a:off x="2441448" y="32004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AE60"/>
                </a:solidFill>
              </a:rPr>
              <a:t>−90%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2532888" y="3794760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</a:rPr>
              <a:t>Reducción de Errores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08576" y="3090672"/>
            <a:ext cx="20299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1" name="Shape 49"/>
          <p:cNvSpPr/>
          <p:nvPr/>
        </p:nvSpPr>
        <p:spPr>
          <a:xfrm>
            <a:off x="4608576" y="3090672"/>
            <a:ext cx="2029968" cy="54864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50"/>
          <p:cNvSpPr/>
          <p:nvPr/>
        </p:nvSpPr>
        <p:spPr>
          <a:xfrm>
            <a:off x="4608576" y="32004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66CC"/>
                </a:solidFill>
              </a:rPr>
              <a:t>Horizontal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4700016" y="3794760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</a:rPr>
              <a:t>Escalabilidad Independiente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775704" y="3090672"/>
            <a:ext cx="20299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5" name="Shape 53"/>
          <p:cNvSpPr/>
          <p:nvPr/>
        </p:nvSpPr>
        <p:spPr>
          <a:xfrm>
            <a:off x="6775704" y="3090672"/>
            <a:ext cx="2029968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4"/>
          <p:cNvSpPr/>
          <p:nvPr/>
        </p:nvSpPr>
        <p:spPr>
          <a:xfrm>
            <a:off x="6775704" y="320040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E44AD"/>
                </a:solidFill>
              </a:rPr>
              <a:t>100% SHA</a:t>
            </a:r>
            <a:endParaRPr lang="en-US" sz="1900" dirty="0"/>
          </a:p>
        </p:txBody>
      </p:sp>
      <p:sp>
        <p:nvSpPr>
          <p:cNvPr id="57" name="Text 55"/>
          <p:cNvSpPr/>
          <p:nvPr/>
        </p:nvSpPr>
        <p:spPr>
          <a:xfrm>
            <a:off x="6867144" y="3794760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8A"/>
                </a:solidFill>
              </a:rPr>
              <a:t>Trazabilidad de Versiones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</a:rPr>
              <a:t>ISY1101 - Introducción a Herramientas DevOps | DuocUC 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</a:rPr>
              <a:t>DEMOSTRACIÓN FUNCIONAL Y VERIFICACIÓN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66CC"/>
                </a:solidFill>
              </a:rPr>
              <a:t>Checklist de validación del sistema — Todos los hitos verificados en producción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73152" cy="10241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097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Acceso al Frontend desde navegador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4264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IP pública de EC2 responde en puerto 80/443 con la aplicación cargada.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420624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73152" cy="10241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11480" y="2176272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267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Backend respondiendo solicitudes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5968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Frontend consume la API del backend vía app-network, sin exposición pública.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46704"/>
            <a:ext cx="420624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73152" cy="10241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11480" y="3346704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34381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Persistencia de datos tras reinicio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3767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Datos conservados correctamente tras docker-compose restart gracias al volumen db-data.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20624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73152" cy="10241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800600" y="1005840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85232" y="1097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Pipeline ejecutado sin errores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14264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Push a rama deploy dispara GitHub Actions — badge verde confirmado.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176272"/>
            <a:ext cx="420624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4663440" y="2176272"/>
            <a:ext cx="73152" cy="10241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800600" y="2176272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85232" y="2267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Imágenes en Docker Hub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85232" y="25968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innovatech/frontend:latest e innovatech/backend:latest con tags SHA de commit.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346704"/>
            <a:ext cx="420624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4663440" y="3346704"/>
            <a:ext cx="73152" cy="10241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800600" y="3346704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85232" y="34381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Secrets y logs verificados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767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</a:rPr>
              <a:t>GitHub Settings → Secrets configurados. Logs sin errores de conexión ni permisos.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553712"/>
            <a:ext cx="8503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274320" y="45537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Sistema 100% Operativo — Todos los criterios de validación superados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</a:rPr>
              <a:t>ISY1101 - Introducción a Herramientas DevOps | DuocUC 2025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D4FF"/>
                </a:solidFill>
              </a:rPr>
              <a:t>Conclusiones &amp;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Próximos Pasos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2286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99BB"/>
                </a:solidFill>
              </a:rPr>
              <a:t>Innovatech Chile · ISY1101 · DuocUC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6235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488B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548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5FF"/>
                </a:solidFill>
              </a:rPr>
              <a:t>⚡  Automatización Total — Eliminación de errores humanos en despliegues.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56235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488B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65760" y="2679192"/>
            <a:ext cx="548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02920" y="26791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5FF"/>
                </a:solidFill>
              </a:rPr>
              <a:t>🚀  Velocidad de Entrega — Ciclos de despliegue rápidos y predecibles.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9544"/>
            <a:ext cx="56235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488B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365760" y="3209544"/>
            <a:ext cx="548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02920" y="32095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5FF"/>
                </a:solidFill>
              </a:rPr>
              <a:t>🔍  Trazabilidad — Cada versión vinculada a un commit SHA específico.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39896"/>
            <a:ext cx="56235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488B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65760" y="3739896"/>
            <a:ext cx="548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02920" y="37398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5FF"/>
                </a:solidFill>
              </a:rPr>
              <a:t>🔒  Seguridad por Diseño — Aislamiento de capas y mínimo privilegio.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70248"/>
            <a:ext cx="562356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488B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365760" y="4270248"/>
            <a:ext cx="54864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02920" y="42702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5FF"/>
                </a:solidFill>
              </a:rPr>
              <a:t>♻️  Continuidad Operativa — Recuperación automática ante fallos.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</a:rPr>
              <a:t>Hoja de Ruta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12280" y="2743200"/>
            <a:ext cx="384048" cy="384048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8122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☸️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42048" y="27797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E5FF"/>
                </a:solidFill>
              </a:rPr>
              <a:t>Kubernetes (EKS)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12280" y="3456432"/>
            <a:ext cx="384048" cy="384048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81228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42048" y="34930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E5FF"/>
                </a:solidFill>
              </a:rPr>
              <a:t>CloudWatch + Grafana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4169664"/>
            <a:ext cx="384048" cy="384048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81228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42048" y="4206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E5FF"/>
                </a:solidFill>
              </a:rPr>
              <a:t>Trivy en CI/CD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1129</Words>
  <Application>Microsoft Office PowerPoint</Application>
  <PresentationFormat>Presentación en pantalla (16:9)</PresentationFormat>
  <Paragraphs>206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Parcial N°2 - DevOps en AWS</dc:title>
  <dc:subject>PptxGenJS Presentation</dc:subject>
  <dc:creator>Innovatech Chile - ISY1101 DuocUC 2025</dc:creator>
  <cp:lastModifiedBy>CLAUDIO ESTEBAN CASTILLO HORMAZABAL</cp:lastModifiedBy>
  <cp:revision>2</cp:revision>
  <dcterms:created xsi:type="dcterms:W3CDTF">2026-05-14T23:47:12Z</dcterms:created>
  <dcterms:modified xsi:type="dcterms:W3CDTF">2026-05-15T00:36:58Z</dcterms:modified>
</cp:coreProperties>
</file>